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1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1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7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46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0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7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7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6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3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7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95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8084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54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48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65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8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6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37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BF24A-607A-41B8-94E1-00A39336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47" y="1813338"/>
            <a:ext cx="7765321" cy="1326321"/>
          </a:xfrm>
        </p:spPr>
        <p:txBody>
          <a:bodyPr/>
          <a:lstStyle/>
          <a:p>
            <a:r>
              <a:rPr lang="es-EC" dirty="0"/>
              <a:t>UNIVERSIDAD INTERNACIONAL</a:t>
            </a:r>
            <a:br>
              <a:rPr lang="es-EC" dirty="0"/>
            </a:br>
            <a:r>
              <a:rPr lang="es-EC" dirty="0"/>
              <a:t>DEL ECUADOR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AE05C7-79D7-4449-AE6E-ACE01E5B4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46" y="3136901"/>
            <a:ext cx="7765322" cy="1326321"/>
          </a:xfrm>
        </p:spPr>
        <p:txBody>
          <a:bodyPr>
            <a:normAutofit fontScale="92500" lnSpcReduction="10000"/>
          </a:bodyPr>
          <a:lstStyle/>
          <a:p>
            <a:r>
              <a:rPr lang="es-EC" dirty="0"/>
              <a:t>NOMBRE: RONY DANIEL ALBAN</a:t>
            </a:r>
          </a:p>
          <a:p>
            <a:r>
              <a:rPr lang="es-EC" dirty="0"/>
              <a:t>PROYECTO FINAL.</a:t>
            </a:r>
          </a:p>
          <a:p>
            <a:r>
              <a:rPr lang="es-EC" dirty="0"/>
              <a:t>ASIGNATURA: LOGICA DE PROGRAMACION 1-CIB-1B</a:t>
            </a:r>
            <a:endParaRPr lang="es-MX" dirty="0"/>
          </a:p>
          <a:p>
            <a:endParaRPr lang="es-MX" dirty="0"/>
          </a:p>
          <a:p>
            <a:endParaRPr lang="es-EC" dirty="0"/>
          </a:p>
          <a:p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3678FC-F612-49C6-BB2C-EC849B85B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147637"/>
            <a:ext cx="2952750" cy="1552575"/>
          </a:xfrm>
          <a:prstGeom prst="rect">
            <a:avLst/>
          </a:prstGeom>
        </p:spPr>
      </p:pic>
      <p:pic>
        <p:nvPicPr>
          <p:cNvPr id="1026" name="Picture 2" descr="Qué es Programación Lógica y Funcional?">
            <a:extLst>
              <a:ext uri="{FF2B5EF4-FFF2-40B4-BE49-F238E27FC236}">
                <a16:creationId xmlns:a16="http://schemas.microsoft.com/office/drawing/2014/main" id="{CBF230A8-C089-48AC-972A-4F2F1997D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7" y="4606097"/>
            <a:ext cx="28289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7927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5646" y="280988"/>
            <a:ext cx="8103054" cy="1655762"/>
          </a:xfrm>
        </p:spPr>
        <p:txBody>
          <a:bodyPr/>
          <a:lstStyle/>
          <a:p>
            <a:r>
              <a:rPr dirty="0" err="1"/>
              <a:t>Juego</a:t>
            </a:r>
            <a:r>
              <a:rPr dirty="0"/>
              <a:t> del </a:t>
            </a:r>
            <a:r>
              <a:rPr dirty="0" err="1"/>
              <a:t>Ahorcado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61854" y="2774157"/>
            <a:ext cx="3099255" cy="1655762"/>
          </a:xfrm>
        </p:spPr>
        <p:txBody>
          <a:bodyPr/>
          <a:lstStyle/>
          <a:p>
            <a:r>
              <a:rPr dirty="0" err="1"/>
              <a:t>Programación</a:t>
            </a:r>
            <a:r>
              <a:rPr lang="es-EC" dirty="0"/>
              <a:t> en Python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112616-81B1-45B3-9446-FD31CFC736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62" b="11443"/>
          <a:stretch/>
        </p:blipFill>
        <p:spPr>
          <a:xfrm>
            <a:off x="857250" y="2616200"/>
            <a:ext cx="3829050" cy="2844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0" name="Picture 2" descr="La lógica de programación y su relación con los fundamentos de la  programación">
            <a:extLst>
              <a:ext uri="{FF2B5EF4-FFF2-40B4-BE49-F238E27FC236}">
                <a16:creationId xmlns:a16="http://schemas.microsoft.com/office/drawing/2014/main" id="{C86F1C9C-A928-4E9E-875D-20771D62B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688" y="3860800"/>
            <a:ext cx="2847975" cy="1600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Introducción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14500"/>
            <a:ext cx="7765322" cy="4076700"/>
          </a:xfrm>
        </p:spPr>
        <p:txBody>
          <a:bodyPr/>
          <a:lstStyle/>
          <a:p>
            <a:r>
              <a:rPr dirty="0"/>
              <a:t>Este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implementa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juego</a:t>
            </a:r>
            <a:r>
              <a:rPr dirty="0"/>
              <a:t> del </a:t>
            </a:r>
            <a:r>
              <a:rPr dirty="0" err="1"/>
              <a:t>Ahorcado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 Python, </a:t>
            </a:r>
            <a:r>
              <a:rPr dirty="0" err="1"/>
              <a:t>aplicando</a:t>
            </a:r>
            <a:r>
              <a:rPr dirty="0"/>
              <a:t> </a:t>
            </a:r>
            <a:r>
              <a:rPr dirty="0" err="1"/>
              <a:t>conceptos</a:t>
            </a:r>
            <a:r>
              <a:rPr dirty="0"/>
              <a:t> </a:t>
            </a:r>
            <a:r>
              <a:rPr dirty="0" err="1"/>
              <a:t>fundamentales</a:t>
            </a:r>
            <a:r>
              <a:rPr dirty="0"/>
              <a:t> de la </a:t>
            </a:r>
            <a:r>
              <a:rPr dirty="0" err="1"/>
              <a:t>programación</a:t>
            </a:r>
            <a:r>
              <a:rPr dirty="0"/>
              <a:t> </a:t>
            </a:r>
            <a:r>
              <a:rPr dirty="0" err="1"/>
              <a:t>estructurada</a:t>
            </a:r>
            <a:r>
              <a:rPr dirty="0"/>
              <a:t>.</a:t>
            </a:r>
            <a:endParaRPr lang="es-EC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3078" name="Picture 6" descr="Lógica de programación">
            <a:extLst>
              <a:ext uri="{FF2B5EF4-FFF2-40B4-BE49-F238E27FC236}">
                <a16:creationId xmlns:a16="http://schemas.microsoft.com/office/drawing/2014/main" id="{BFDF2A3B-E1AE-4FE7-B364-7E3B07E3F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702" y="3429000"/>
            <a:ext cx="3206748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Operadores Lógicos en Python: and, or, not - Cursos Para Programar">
            <a:extLst>
              <a:ext uri="{FF2B5EF4-FFF2-40B4-BE49-F238E27FC236}">
                <a16:creationId xmlns:a16="http://schemas.microsoft.com/office/drawing/2014/main" id="{B14C13FC-9EB1-4BE1-BD74-950A72546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2" y="3361496"/>
            <a:ext cx="3516315" cy="223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Aplicar variables, condicionales, bucles y estructuras de datos para desarrollar un programa interactivo.</a:t>
            </a:r>
          </a:p>
        </p:txBody>
      </p:sp>
      <p:pic>
        <p:nvPicPr>
          <p:cNvPr id="4098" name="Picture 2" descr="Qué es la ESTRUCTURA ITERATIVA o BUCLES en PROGRAMACIÓN!!!">
            <a:extLst>
              <a:ext uri="{FF2B5EF4-FFF2-40B4-BE49-F238E27FC236}">
                <a16:creationId xmlns:a16="http://schemas.microsoft.com/office/drawing/2014/main" id="{9A0DE8CA-C37F-4FA2-B071-E6EC00806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591" y="3091144"/>
            <a:ext cx="3430077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2D8917E-E404-4FF0-B519-C84D1F449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26" y="3205444"/>
            <a:ext cx="4016674" cy="3252506"/>
          </a:xfrm>
          <a:prstGeom prst="rect">
            <a:avLst/>
          </a:prstGeom>
        </p:spPr>
      </p:pic>
      <p:pic>
        <p:nvPicPr>
          <p:cNvPr id="4100" name="Picture 4" descr="▷ Variables en Python - El Pythonista">
            <a:extLst>
              <a:ext uri="{FF2B5EF4-FFF2-40B4-BE49-F238E27FC236}">
                <a16:creationId xmlns:a16="http://schemas.microsoft.com/office/drawing/2014/main" id="{61CA6C37-142D-4B6D-8D8B-7EA1C26E7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590" y="4762499"/>
            <a:ext cx="3430077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332" y="0"/>
            <a:ext cx="7765321" cy="1326321"/>
          </a:xfrm>
        </p:spPr>
        <p:txBody>
          <a:bodyPr/>
          <a:lstStyle/>
          <a:p>
            <a:r>
              <a:rPr dirty="0" err="1"/>
              <a:t>Herramientas</a:t>
            </a:r>
            <a:r>
              <a:rPr dirty="0"/>
              <a:t> y </a:t>
            </a:r>
            <a:r>
              <a:rPr dirty="0" err="1"/>
              <a:t>Lenguaje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036" y="1326321"/>
            <a:ext cx="7765322" cy="5264259"/>
          </a:xfrm>
        </p:spPr>
        <p:txBody>
          <a:bodyPr>
            <a:normAutofit/>
          </a:bodyPr>
          <a:lstStyle/>
          <a:p>
            <a:r>
              <a:rPr dirty="0" err="1"/>
              <a:t>Lenguaje</a:t>
            </a:r>
            <a:r>
              <a:rPr dirty="0"/>
              <a:t>: Python</a:t>
            </a:r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r>
              <a:rPr dirty="0" err="1"/>
              <a:t>Entorno</a:t>
            </a:r>
            <a:r>
              <a:rPr dirty="0"/>
              <a:t>: </a:t>
            </a:r>
            <a:r>
              <a:rPr dirty="0" err="1"/>
              <a:t>Consola</a:t>
            </a:r>
            <a:endParaRPr dirty="0"/>
          </a:p>
          <a:p>
            <a:endParaRPr lang="es-EC" dirty="0"/>
          </a:p>
          <a:p>
            <a:endParaRPr lang="es-EC" dirty="0"/>
          </a:p>
          <a:p>
            <a:r>
              <a:rPr dirty="0" err="1"/>
              <a:t>Paradigma</a:t>
            </a:r>
            <a:r>
              <a:rPr dirty="0"/>
              <a:t>: </a:t>
            </a:r>
            <a:r>
              <a:rPr dirty="0" err="1"/>
              <a:t>Programación</a:t>
            </a:r>
            <a:r>
              <a:rPr dirty="0"/>
              <a:t> </a:t>
            </a:r>
            <a:r>
              <a:rPr dirty="0" err="1"/>
              <a:t>estructurada</a:t>
            </a:r>
            <a:endParaRPr dirty="0"/>
          </a:p>
        </p:txBody>
      </p:sp>
      <p:pic>
        <p:nvPicPr>
          <p:cNvPr id="5122" name="Picture 2" descr="Python: mira cuáles son los mejores cursos - beecrowd">
            <a:extLst>
              <a:ext uri="{FF2B5EF4-FFF2-40B4-BE49-F238E27FC236}">
                <a16:creationId xmlns:a16="http://schemas.microsoft.com/office/drawing/2014/main" id="{CFAFFDA3-94F6-423F-A0A1-A5207821D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587" y="1326321"/>
            <a:ext cx="1981609" cy="14842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▷Entornos de desarrollo para Python en 2021 - El Pythonista">
            <a:extLst>
              <a:ext uri="{FF2B5EF4-FFF2-40B4-BE49-F238E27FC236}">
                <a16:creationId xmlns:a16="http://schemas.microsoft.com/office/drawing/2014/main" id="{5B27C6B9-351C-439D-936D-703370E36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434" y="2995622"/>
            <a:ext cx="267652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Qué es la programación estructurada? | UNIR FP">
            <a:extLst>
              <a:ext uri="{FF2B5EF4-FFF2-40B4-BE49-F238E27FC236}">
                <a16:creationId xmlns:a16="http://schemas.microsoft.com/office/drawing/2014/main" id="{5725B1DE-0661-4682-BBFB-6E71C8212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434" y="5285655"/>
            <a:ext cx="3505200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Funcionamiento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sistema selecciona una palabra aleatoria y solicita letras al usuario hasta que gane o pierda.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AF47DB-BEFE-4D80-9F97-1CD5FE928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70" y="3043159"/>
            <a:ext cx="3829584" cy="11145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2C3705E-B16F-47B7-B62D-91A2E92EE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1" y="4317882"/>
            <a:ext cx="3671889" cy="11145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EAE2E03-EDD1-4E3E-B495-A82B99B1B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765" y="3269986"/>
            <a:ext cx="4055673" cy="2162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Código Python (Fragmento)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43313"/>
          </a:xfrm>
        </p:spPr>
        <p:txBody>
          <a:bodyPr>
            <a:normAutofit/>
          </a:bodyPr>
          <a:lstStyle/>
          <a:p>
            <a:pPr lvl="2"/>
            <a:r>
              <a:rPr dirty="0"/>
              <a:t>import random</a:t>
            </a:r>
          </a:p>
          <a:p>
            <a:pPr lvl="2"/>
            <a:endParaRPr dirty="0"/>
          </a:p>
          <a:p>
            <a:pPr lvl="2"/>
            <a:r>
              <a:rPr dirty="0"/>
              <a:t>palabras = ['python', '</a:t>
            </a:r>
            <a:r>
              <a:rPr dirty="0" err="1"/>
              <a:t>programacion</a:t>
            </a:r>
            <a:r>
              <a:rPr dirty="0"/>
              <a:t>']</a:t>
            </a:r>
          </a:p>
          <a:p>
            <a:pPr lvl="2"/>
            <a:r>
              <a:rPr dirty="0"/>
              <a:t>palabra = </a:t>
            </a:r>
            <a:r>
              <a:rPr dirty="0" err="1"/>
              <a:t>random.choice</a:t>
            </a:r>
            <a:r>
              <a:rPr dirty="0"/>
              <a:t>(palabras)</a:t>
            </a:r>
          </a:p>
          <a:p>
            <a:pPr lvl="2"/>
            <a:r>
              <a:rPr dirty="0" err="1"/>
              <a:t>intentos</a:t>
            </a:r>
            <a:r>
              <a:rPr dirty="0"/>
              <a:t> = 6</a:t>
            </a:r>
          </a:p>
          <a:p>
            <a:pPr lvl="2"/>
            <a:endParaRPr dirty="0"/>
          </a:p>
          <a:p>
            <a:pPr lvl="2"/>
            <a:r>
              <a:rPr dirty="0"/>
              <a:t>while </a:t>
            </a:r>
            <a:r>
              <a:rPr dirty="0" err="1"/>
              <a:t>intentos</a:t>
            </a:r>
            <a:r>
              <a:rPr dirty="0"/>
              <a:t> &gt; 0:</a:t>
            </a:r>
          </a:p>
          <a:p>
            <a:pPr lvl="2"/>
            <a:r>
              <a:rPr dirty="0"/>
              <a:t>    </a:t>
            </a:r>
            <a:r>
              <a:rPr dirty="0" err="1"/>
              <a:t>letra</a:t>
            </a:r>
            <a:r>
              <a:rPr dirty="0"/>
              <a:t> = input('</a:t>
            </a:r>
            <a:r>
              <a:rPr dirty="0" err="1"/>
              <a:t>Ingrese</a:t>
            </a:r>
            <a:r>
              <a:rPr dirty="0"/>
              <a:t> una </a:t>
            </a:r>
            <a:r>
              <a:rPr dirty="0" err="1"/>
              <a:t>letra</a:t>
            </a:r>
            <a:r>
              <a:rPr dirty="0"/>
              <a:t>: ')</a:t>
            </a:r>
          </a:p>
          <a:p>
            <a:pPr lvl="2"/>
            <a:r>
              <a:rPr dirty="0"/>
              <a:t>    if </a:t>
            </a:r>
            <a:r>
              <a:rPr dirty="0" err="1"/>
              <a:t>letra</a:t>
            </a:r>
            <a:r>
              <a:rPr dirty="0"/>
              <a:t> not in palabra:</a:t>
            </a:r>
          </a:p>
          <a:p>
            <a:pPr lvl="2"/>
            <a:r>
              <a:rPr dirty="0"/>
              <a:t>        </a:t>
            </a:r>
            <a:r>
              <a:rPr dirty="0" err="1"/>
              <a:t>intentos</a:t>
            </a:r>
            <a:r>
              <a:rPr dirty="0"/>
              <a:t> -=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Flujo (RAPTOR)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158" y="1935922"/>
            <a:ext cx="7765322" cy="3695136"/>
          </a:xfrm>
        </p:spPr>
        <p:txBody>
          <a:bodyPr>
            <a:normAutofit lnSpcReduction="10000"/>
          </a:bodyPr>
          <a:lstStyle/>
          <a:p>
            <a:r>
              <a:rPr dirty="0" err="1"/>
              <a:t>Inicio</a:t>
            </a:r>
            <a:endParaRPr dirty="0"/>
          </a:p>
          <a:p>
            <a:r>
              <a:rPr dirty="0" err="1"/>
              <a:t>Asignar</a:t>
            </a:r>
            <a:r>
              <a:rPr dirty="0"/>
              <a:t> palabra</a:t>
            </a:r>
          </a:p>
          <a:p>
            <a:r>
              <a:rPr dirty="0" err="1"/>
              <a:t>Pedir</a:t>
            </a:r>
            <a:r>
              <a:rPr dirty="0"/>
              <a:t> </a:t>
            </a:r>
            <a:r>
              <a:rPr dirty="0" err="1"/>
              <a:t>letra</a:t>
            </a:r>
            <a:endParaRPr dirty="0"/>
          </a:p>
          <a:p>
            <a:r>
              <a:rPr dirty="0"/>
              <a:t>¿</a:t>
            </a:r>
            <a:r>
              <a:rPr dirty="0" err="1"/>
              <a:t>Letra</a:t>
            </a:r>
            <a:r>
              <a:rPr dirty="0"/>
              <a:t> </a:t>
            </a:r>
            <a:r>
              <a:rPr dirty="0" err="1"/>
              <a:t>correcta</a:t>
            </a:r>
            <a:r>
              <a:rPr dirty="0"/>
              <a:t>?</a:t>
            </a:r>
          </a:p>
          <a:p>
            <a:r>
              <a:rPr dirty="0" err="1"/>
              <a:t>Sí</a:t>
            </a:r>
            <a:r>
              <a:rPr dirty="0"/>
              <a:t> →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acierto</a:t>
            </a:r>
            <a:endParaRPr dirty="0"/>
          </a:p>
          <a:p>
            <a:r>
              <a:rPr dirty="0"/>
              <a:t>No → </a:t>
            </a:r>
            <a:r>
              <a:rPr dirty="0" err="1"/>
              <a:t>Restar</a:t>
            </a:r>
            <a:r>
              <a:rPr dirty="0"/>
              <a:t> </a:t>
            </a:r>
            <a:r>
              <a:rPr dirty="0" err="1"/>
              <a:t>intento</a:t>
            </a:r>
            <a:endParaRPr dirty="0"/>
          </a:p>
          <a:p>
            <a:r>
              <a:rPr dirty="0"/>
              <a:t>¿</a:t>
            </a:r>
            <a:r>
              <a:rPr dirty="0" err="1"/>
              <a:t>Intentos</a:t>
            </a:r>
            <a:r>
              <a:rPr dirty="0"/>
              <a:t> &gt; </a:t>
            </a:r>
            <a:r>
              <a:rPr lang="es-EC" dirty="0"/>
              <a:t>1</a:t>
            </a:r>
            <a:r>
              <a:rPr dirty="0"/>
              <a:t>?</a:t>
            </a:r>
          </a:p>
          <a:p>
            <a:r>
              <a:rPr dirty="0"/>
              <a:t>Fin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F7ABB5-52F4-42F8-8749-950256F18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111" y="1793047"/>
            <a:ext cx="5522731" cy="4226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programa determina correctamente la victoria o derrota del usuario.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3A3E11-0C55-4DFB-991B-DF722801F3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089" b="28059"/>
          <a:stretch/>
        </p:blipFill>
        <p:spPr>
          <a:xfrm>
            <a:off x="693332" y="2980994"/>
            <a:ext cx="3348470" cy="34198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35FBE57-7F63-4E84-9475-84A688301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30" y="3067001"/>
            <a:ext cx="4348133" cy="25337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Conclusiones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MX" sz="1600" dirty="0"/>
              <a:t>El desarrollo del juego del Ahorcado permitió aplicar de manera práctica los fundamentos de la programación estructurada, tales como el uso de variables, estructuras condicionales y bucles, demostrando cómo estos elementos trabajan en conjunto para resolver un problema lógico de forma ordenada y eficiente.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1400" dirty="0"/>
              <a:t>El uso de diagramas de flujo mediante RAPTOR facilitó la comprensión del algoritmo antes de su implementación en código, permitiendo visualizar el proceso completo y reduciendo errores, lo cual demuestra la relevancia de la planificación y el diseño previo en el desarrollo de software.</a:t>
            </a:r>
            <a:endParaRPr lang="es-MX" sz="1600" dirty="0"/>
          </a:p>
          <a:p>
            <a:pPr>
              <a:buFont typeface="Wingdings" panose="05000000000000000000" pitchFamily="2" charset="2"/>
              <a:buChar char="ü"/>
            </a:pPr>
            <a:r>
              <a:rPr lang="es-MX" sz="1400" dirty="0"/>
              <a:t>La implementación del programa en Python evidenció la importancia de una correcta gestión de la entrada y salida de datos, ya que la interacción con el usuario es un aspecto clave para el funcionamiento del sistema y para la validación de las decisiones que toma el programa durante su ejecución.</a:t>
            </a:r>
            <a:endParaRPr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F566DA4-1E19-4E45-A8BD-B43599E72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371599"/>
            <a:ext cx="5334000" cy="3000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Damasco</Template>
  <TotalTime>597</TotalTime>
  <Words>337</Words>
  <Application>Microsoft Office PowerPoint</Application>
  <PresentationFormat>Presentación en pantalla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Rockwell</vt:lpstr>
      <vt:lpstr>Wingdings</vt:lpstr>
      <vt:lpstr>Damask</vt:lpstr>
      <vt:lpstr>UNIVERSIDAD INTERNACIONAL DEL ECUADOR</vt:lpstr>
      <vt:lpstr>Juego del Ahorcado en Python</vt:lpstr>
      <vt:lpstr>Introducción</vt:lpstr>
      <vt:lpstr>Objetivo del Proyecto</vt:lpstr>
      <vt:lpstr>Herramientas y Lenguaje</vt:lpstr>
      <vt:lpstr>Funcionamiento General</vt:lpstr>
      <vt:lpstr>Código Python (Fragmento)</vt:lpstr>
      <vt:lpstr>Diagrama de Flujo (RAPTOR)</vt:lpstr>
      <vt:lpstr>Resultados</vt:lpstr>
      <vt:lpstr>Conclusiones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INTERNACIONAL DEL ECUADOR</dc:title>
  <dc:subject/>
  <dc:creator>User</dc:creator>
  <cp:keywords/>
  <dc:description>generated using python-pptx</dc:description>
  <cp:lastModifiedBy>ANDRES SEBASTIAN ALBAN TIBANTA</cp:lastModifiedBy>
  <cp:revision>2</cp:revision>
  <dcterms:created xsi:type="dcterms:W3CDTF">2013-01-27T09:14:16Z</dcterms:created>
  <dcterms:modified xsi:type="dcterms:W3CDTF">2025-12-24T00:05:18Z</dcterms:modified>
  <cp:category/>
</cp:coreProperties>
</file>